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dVYx9LEnfgcQtZIXhIRfUtIJp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52051754_0_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52051754_0_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252051754_0_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52051754_0_1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52051754_0_1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252051754_0_1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252051754_0_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252051754_0_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252051754_0_2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52051754_0_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52051754_0_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252051754_0_2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52051754_0_3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252051754_0_3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252051754_0_3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252051754_0_3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252051754_0_3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252051754_0_3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252051754_0_4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252051754_0_4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252051754_0_4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252051754_0_4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252051754_0_4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252051754_0_4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52051754_0_5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252051754_0_5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252051754_0_5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52051754_0_5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252051754_0_5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252051754_0_5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0900" y="785850"/>
            <a:ext cx="9083100" cy="5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Activated virtual Assistant (jarvis)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Ritesh Duhan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2211981307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Swati Goel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Artificial Intelligence is transforming modern computing systems by enabling machines to perform intelligent tasks such as speech recognition , automation, decision making, and natural language communication.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objective of this project is to develop an ai-powered virtual assistant named jarvis using python and streamlit. The assistant can interact with through voice commands and perform various real-time tasks such as opening websites, providing weather updates, capturing screenshots, playing music, accessing the camera and interaction with a locally hosted AI model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assistant operate completely in local environment, ensuring privacy, offline functionality, and faster response times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252051754_0_9"/>
          <p:cNvSpPr txBox="1"/>
          <p:nvPr/>
        </p:nvSpPr>
        <p:spPr>
          <a:xfrm>
            <a:off x="18750" y="928475"/>
            <a:ext cx="9034500" cy="55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Objective 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major objectives of the project are: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design a smart voice-controlled AI assistant.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implement speech recognition for user interaction.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integrate local AI processing using Phi-3 through ollama.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automate daily computer operations.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provide a user-friendly graphical interface using streamlit.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perform real-time functionalities such as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Weather updates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News fetching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Music playback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Screenshot capturing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Camera access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To create a privacy-focused offline assistant system.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e252051754_0_9"/>
          <p:cNvSpPr txBox="1"/>
          <p:nvPr/>
        </p:nvSpPr>
        <p:spPr>
          <a:xfrm>
            <a:off x="169575" y="138000"/>
            <a:ext cx="609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Objectives of the Project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52051754_0_16"/>
          <p:cNvSpPr txBox="1"/>
          <p:nvPr/>
        </p:nvSpPr>
        <p:spPr>
          <a:xfrm>
            <a:off x="65650" y="928475"/>
            <a:ext cx="9078300" cy="56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Technology Used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Python : Core programming language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Streamlit : User Interface development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Speech recognition : voice input processing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Ollama : Running local AI models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Phi3 : AI language model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gTTs : Text-to-speech conversion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Pygame : Audio Playback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OpenCv : Camera operations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PyAutoGUI : screenshot automation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PSUtil : System monitoring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Requests API : weather and news fetching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e252051754_0_16"/>
          <p:cNvSpPr txBox="1"/>
          <p:nvPr/>
        </p:nvSpPr>
        <p:spPr>
          <a:xfrm>
            <a:off x="96425" y="64850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Technology Used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52051754_0_23"/>
          <p:cNvSpPr txBox="1"/>
          <p:nvPr/>
        </p:nvSpPr>
        <p:spPr>
          <a:xfrm>
            <a:off x="18750" y="912825"/>
            <a:ext cx="9144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System Methodology: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Jarvis assistant follows the following workflow: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initializes the system.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microphone continuously listens for the wake word jarvis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 coverts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command is processed using python logic.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Depending on the command 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websites are opened.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system operations are performed.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AI responses are generated.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APIs are called.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is converted into speech using gTTs.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response is displayed on the Streamlit interface.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2" name="Google Shape;112;g3e252051754_0_23"/>
          <p:cNvSpPr txBox="1"/>
          <p:nvPr/>
        </p:nvSpPr>
        <p:spPr>
          <a:xfrm>
            <a:off x="41575" y="46550"/>
            <a:ext cx="6492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System working/Methodology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52051754_0_29"/>
          <p:cNvSpPr txBox="1"/>
          <p:nvPr/>
        </p:nvSpPr>
        <p:spPr>
          <a:xfrm>
            <a:off x="41575" y="924375"/>
            <a:ext cx="8997600" cy="5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Features of Jarvis Ai assistant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command recognition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AI-generated intelligent responses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Wake=word activation(“jarvis”)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 features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google , Youtube , Linkedin , Facebook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 Capture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photo capture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mode Activation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Workspace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Services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updates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Latest news headlines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status monitoring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e252051754_0_29"/>
          <p:cNvSpPr txBox="1"/>
          <p:nvPr/>
        </p:nvSpPr>
        <p:spPr>
          <a:xfrm>
            <a:off x="59850" y="64850"/>
            <a:ext cx="6382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Project Features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52051754_0_34"/>
          <p:cNvSpPr txBox="1"/>
          <p:nvPr/>
        </p:nvSpPr>
        <p:spPr>
          <a:xfrm>
            <a:off x="41575" y="960950"/>
            <a:ext cx="9102300" cy="57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Entertainment Features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 playbook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WhatsApp messaging support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&amp; privacy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Ai model execution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data processing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cloud dependency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e252051754_0_34"/>
          <p:cNvSpPr txBox="1"/>
          <p:nvPr/>
        </p:nvSpPr>
        <p:spPr>
          <a:xfrm>
            <a:off x="114725" y="119700"/>
            <a:ext cx="6254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Project Features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e252051754_0_39" title="ChatGPT Image May 15, 2026, 10_10_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2925"/>
            <a:ext cx="9144000" cy="58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252051754_0_39"/>
          <p:cNvSpPr txBox="1"/>
          <p:nvPr/>
        </p:nvSpPr>
        <p:spPr>
          <a:xfrm>
            <a:off x="59850" y="46550"/>
            <a:ext cx="64191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Performance Analysis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252051754_0_44"/>
          <p:cNvSpPr txBox="1"/>
          <p:nvPr/>
        </p:nvSpPr>
        <p:spPr>
          <a:xfrm>
            <a:off x="23275" y="851225"/>
            <a:ext cx="9144000" cy="58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System Performance Analysis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 demonstrates that the jarvis AI Assistant performs efficiency across multiple modules including voice recognition , AI response generation, web automations, screenshot handling, And multimedia operations. The system achieved high performance scores in local execution environments, indication stable and responsive behavior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performance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Success Rate: 89.1%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Environment: Local (offline)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Model: phi-3 ollama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Interface: Streamlit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0" name="Google Shape;140;g3e252051754_0_44"/>
          <p:cNvSpPr txBox="1"/>
          <p:nvPr/>
        </p:nvSpPr>
        <p:spPr>
          <a:xfrm>
            <a:off x="78150" y="101425"/>
            <a:ext cx="636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Performance Analysis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252051754_0_49"/>
          <p:cNvSpPr txBox="1"/>
          <p:nvPr/>
        </p:nvSpPr>
        <p:spPr>
          <a:xfrm>
            <a:off x="41575" y="832925"/>
            <a:ext cx="9144000" cy="5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Challenging Faced During </a:t>
            </a:r>
            <a:r>
              <a:rPr lang="en-US" sz="2800">
                <a:solidFill>
                  <a:schemeClr val="dk1"/>
                </a:solidFill>
              </a:rPr>
              <a:t>development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speech recognition with Streamlit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real-time microphone input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local AI response latency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playback synchronization issues.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 connectivity and timeout handling.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continuous listening loops.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optimization for local executio.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e252051754_0_49"/>
          <p:cNvSpPr txBox="1"/>
          <p:nvPr/>
        </p:nvSpPr>
        <p:spPr>
          <a:xfrm>
            <a:off x="59850" y="101425"/>
            <a:ext cx="6382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Challenging Faced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52051754_0_54"/>
          <p:cNvSpPr txBox="1"/>
          <p:nvPr/>
        </p:nvSpPr>
        <p:spPr>
          <a:xfrm>
            <a:off x="59850" y="924375"/>
            <a:ext cx="8997600" cy="5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Future Scope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can be enhanced further by implementing: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recognition authentication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home device integration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conversational memory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application support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synchronization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chatbot integration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scheduling and reminders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assistant can also be extended for enterprise Automation and personal productivity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e252051754_0_54"/>
          <p:cNvSpPr txBox="1"/>
          <p:nvPr/>
        </p:nvSpPr>
        <p:spPr>
          <a:xfrm>
            <a:off x="59850" y="46550"/>
            <a:ext cx="63825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Future Scope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252051754_0_59"/>
          <p:cNvSpPr txBox="1"/>
          <p:nvPr/>
        </p:nvSpPr>
        <p:spPr>
          <a:xfrm>
            <a:off x="59850" y="906075"/>
            <a:ext cx="9144000" cy="5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Jarvis AI assistant project successfully demonstrates the practical implementation of artificial intelligence, voice recognition, and automation technologies in a real-world application.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assistant is capable of perform multiple tasks through voice interaction while maintaining privacy through local AI execution.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enhanced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of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 Systems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Development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 design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proves that AI-powered assistants can significantly improve productivity, accessibility, user interaction in modern computing environments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e252051754_0_59"/>
          <p:cNvSpPr txBox="1"/>
          <p:nvPr/>
        </p:nvSpPr>
        <p:spPr>
          <a:xfrm>
            <a:off x="96425" y="46550"/>
            <a:ext cx="64008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                               Conclusion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59850" y="4143075"/>
            <a:ext cx="90843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Presented By 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Ritesh Duhan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Department of Computer </a:t>
            </a:r>
            <a:r>
              <a:rPr lang="en-US" sz="2800">
                <a:solidFill>
                  <a:schemeClr val="dk1"/>
                </a:solidFill>
              </a:rPr>
              <a:t>Science and Engineering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Chitkara University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